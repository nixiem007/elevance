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95" d="100"/>
          <a:sy n="95" d="100"/>
        </p:scale>
        <p:origin x="44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629AD-9668-4AB9-AAF3-5069E3770B9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A57DE-688E-471C-B1EA-C0EBA3A44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62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op 15 Active Provider Disputes by Law Sub-Area ,image ,textbox ,Par vs Non-Par Provider Disputes ,card ,card ,Provider Disputes, Top 15 States ,card ,pivotTable ,waterfallChart ,New &amp; Closed Provider Cases ,Active Provider Disputes by Matter  ,textbox ,Potential Exposure, Per Active Provider Dispute ,card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Custom Design</vt:lpstr>
      <vt:lpstr>Landing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Murray, Nicole</cp:lastModifiedBy>
  <cp:revision>5</cp:revision>
  <dcterms:created xsi:type="dcterms:W3CDTF">2016-09-04T11:54:55Z</dcterms:created>
  <dcterms:modified xsi:type="dcterms:W3CDTF">2025-05-01T19:23:58Z</dcterms:modified>
</cp:coreProperties>
</file>