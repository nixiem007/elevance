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tableauinsights.elevancehealth.com/#/workbooks/21182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9FB1546-AD64-4E73-BBA7-3CDEC32E4DB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PCP Visits Report TEST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ED4D85B-9032-4048-9C6D-2697ADAC0D5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8/17/2026 12:29:38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 Dashboard" id="2" name="slide2">
            <a:extLst>
              <a:ext uri="{FF2B5EF4-FFF2-40B4-BE49-F238E27FC236}">
                <a16:creationId xmlns:a16="http://schemas.microsoft.com/office/drawing/2014/main" id="{C33340FC-5876-4697-A2A9-62EA079B6A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11277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" id="3" name="slide3">
            <a:extLst>
              <a:ext uri="{FF2B5EF4-FFF2-40B4-BE49-F238E27FC236}">
                <a16:creationId xmlns:a16="http://schemas.microsoft.com/office/drawing/2014/main" id="{AC310825-2EF3-49DE-8C53-CE6F32450C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VBC" id="4" name="slide4">
            <a:extLst>
              <a:ext uri="{FF2B5EF4-FFF2-40B4-BE49-F238E27FC236}">
                <a16:creationId xmlns:a16="http://schemas.microsoft.com/office/drawing/2014/main" id="{74A2F317-AE16-4830-87D6-990651F329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11277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NON-VBC" id="5" name="slide5">
            <a:extLst>
              <a:ext uri="{FF2B5EF4-FFF2-40B4-BE49-F238E27FC236}">
                <a16:creationId xmlns:a16="http://schemas.microsoft.com/office/drawing/2014/main" id="{56E9A394-0DEB-459C-9122-0F86368F80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11277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GROUP ALL" id="6" name="slide6">
            <a:extLst>
              <a:ext uri="{FF2B5EF4-FFF2-40B4-BE49-F238E27FC236}">
                <a16:creationId xmlns:a16="http://schemas.microsoft.com/office/drawing/2014/main" id="{E3C08086-B4B8-47C8-86CD-E7AF012730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GROUP MC" id="7" name="slide7">
            <a:extLst>
              <a:ext uri="{FF2B5EF4-FFF2-40B4-BE49-F238E27FC236}">
                <a16:creationId xmlns:a16="http://schemas.microsoft.com/office/drawing/2014/main" id="{00215034-82FA-4064-AFB9-AFA968EBD7B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2026-08-17T16:29:38Z</dcterms:created>
  <dcterms:modified xsi:type="dcterms:W3CDTF">2026-08-17T16:29:38Z</dcterms:modified>
</cp:coreProperties>
</file>